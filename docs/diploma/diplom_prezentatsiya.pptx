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3127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15600" y="548640"/>
            <a:ext cx="1280160" cy="1280160"/>
          </a:xfrm>
          <a:prstGeom prst="ellipse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9144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TOSHKENT AXBOROT TEXNOLOGIYALARI UNIVERSITETI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9144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Kompyuter injiniringi fakulteti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106984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EC4899"/>
                </a:solidFill>
                <a:latin typeface="Calibri"/>
              </a:rPr>
              <a:t>DIPLOM LOYIHASI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10698480" cy="1828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Ijtimoiy tarmoqlarda foydalanuvchilar
faolligini tahlil qilish axborot tizimini
ishlab chiqish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21208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Bitiruvchi: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521208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Ro'zimurodov Sardor Qurbonmurod o'g'li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5778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Rahbar: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55778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Sodiqov V.S.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Toshkent —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475720" y="274320"/>
            <a:ext cx="548640" cy="54864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3127C2"/>
                </a:solidFill>
                <a:latin typeface="Calibri"/>
              </a:rPr>
              <a:t>Loyiha haqida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Annotatsiya — qisqacha mazmun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14400"/>
            <a:ext cx="731520" cy="4572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0F172A"/>
                </a:solidFill>
                <a:latin typeface="Calibri"/>
              </a:rPr>
              <a:t>•  Loyihaning nomi: Social Analytics — ijtimoiy tarmoqlarda foydalanuvchilar faolligini tahlil qilish axborot tizimi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0F172A"/>
                </a:solidFill>
                <a:latin typeface="Calibri"/>
              </a:rPr>
              <a:t>•  Maqsad: 5 ta yetakchi platformadan (Telegram, YouTube, VK, Instagram, X) ma'lumot yig'ish va AI yordamida tahlil qilish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0F172A"/>
                </a:solidFill>
                <a:latin typeface="Calibri"/>
              </a:rPr>
              <a:t>•  Asosiy yechimlardan farq: o'zbek tili 100% qo'llab-quvvatlanadi, bepul, open-source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0F172A"/>
                </a:solidFill>
                <a:latin typeface="Calibri"/>
              </a:rPr>
              <a:t>•  Texnologiyalar: Django 5, PostgreSQL 16, Celery + Redis, VADER + XLM-RoBERTa, Tailwind + HTMX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0F172A"/>
                </a:solidFill>
                <a:latin typeface="Calibri"/>
              </a:rPr>
              <a:t>•  Hozirgi holati: live deploy https://social-media-analytics-9rre.onrender.com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Social Analytics — Diplom loyihasi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4652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Ro'zimurodov S.Q.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475720" y="274320"/>
            <a:ext cx="548640" cy="54864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3127C2"/>
                </a:solidFill>
                <a:latin typeface="Calibri"/>
              </a:rPr>
              <a:t>Mavzuning dolzarbligi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Nima uchun bu mavzu muhim?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14400"/>
            <a:ext cx="731520" cy="4572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0F172A"/>
                </a:solidFill>
                <a:latin typeface="Calibri"/>
              </a:rPr>
              <a:t>•  O'zbekistonda 14 mln+ aktiv ijtimoiy tarmoq foydalanuvchilari (eMarketer 2024)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0F172A"/>
                </a:solidFill>
                <a:latin typeface="Calibri"/>
              </a:rPr>
              <a:t>•  Mahalliy biznes va blogerlar — kontent samaradorligi haqida ma'lumot ololmaydi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0F172A"/>
                </a:solidFill>
                <a:latin typeface="Calibri"/>
              </a:rPr>
              <a:t>•  Mavjud yechimlar (Hootsuite, Brand24) — qimmat ($79-$99/oy) va o'zbek tilini bilmaydi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0F172A"/>
                </a:solidFill>
                <a:latin typeface="Calibri"/>
              </a:rPr>
              <a:t>•  Sentiment tahlili — o'zbek tilida deyarli yo'q, mahalliy NLP keskin yetishmaydi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0F172A"/>
                </a:solidFill>
                <a:latin typeface="Calibri"/>
              </a:rPr>
              <a:t>•  Davlat dasturlarida raqamli iqtisod va AI rivojlantirish ustuvor yo'nalish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Social Analytics — Diplom loyihasi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4652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Ro'zimurodov S.Q.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475720" y="274320"/>
            <a:ext cx="548640" cy="54864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3127C2"/>
                </a:solidFill>
                <a:latin typeface="Calibri"/>
              </a:rPr>
              <a:t>Loyihaning maqsadi va vazifalari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Nimani amalga oshirish kerak edi?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14400"/>
            <a:ext cx="731520" cy="4572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0F172A"/>
                </a:solidFill>
                <a:latin typeface="Calibri"/>
              </a:rPr>
              <a:t>•  MAQSAD: 4-5 ta platformadan ma'lumot yig'a oladigan, 3 tilli (uz/ru/en), AI sentimentli tizim qurish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0F172A"/>
                </a:solidFill>
                <a:latin typeface="Calibri"/>
              </a:rPr>
              <a:t>•  1) Real OAuth ulanish — kamida 3 ta platforma uchun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0F172A"/>
                </a:solidFill>
                <a:latin typeface="Calibri"/>
              </a:rPr>
              <a:t>•  2) Ma'lumotlarni avtomatik fonda yangilash (Celery Beat)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0F172A"/>
                </a:solidFill>
                <a:latin typeface="Calibri"/>
              </a:rPr>
              <a:t>•  3) Sentiment tahlil — VADER + multilingual transformer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0F172A"/>
                </a:solidFill>
                <a:latin typeface="Calibri"/>
              </a:rPr>
              <a:t>•  4) Dashboard, KPI'lar, grafiklar va AI tavsiyalar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0F172A"/>
                </a:solidFill>
                <a:latin typeface="Calibri"/>
              </a:rPr>
              <a:t>•  5) Eksport (PDF, Excel, CSV) va public share havolalari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0F172A"/>
                </a:solidFill>
                <a:latin typeface="Calibri"/>
              </a:rPr>
              <a:t>•  6) Mukammal tarjima qilingan UI (3 til) — bozorda hech kim qilmagan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Social Analytics — Diplom loyihasi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4652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Ro'zimurodov S.Q.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475720" y="274320"/>
            <a:ext cx="548640" cy="54864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3127C2"/>
                </a:solidFill>
                <a:latin typeface="Calibri"/>
              </a:rPr>
              <a:t>Bozor tahlili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Social Analytics va xalqaro analoglar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14400"/>
            <a:ext cx="731520" cy="4572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-1-3-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9418320" cy="4937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Calibri"/>
              </a:rPr>
              <a:t>1.3-rasm. Hootsuite, Brand24, Buffer va Social Analytics taqqoslash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Social Analytics — Diplom loyihasi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44652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Ro'zimurodov S.Q.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475720" y="274320"/>
            <a:ext cx="548640" cy="54864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3127C2"/>
                </a:solidFill>
                <a:latin typeface="Calibri"/>
              </a:rPr>
              <a:t>Sentiment tahlil metodologiyalari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4 ta yondashuv va bizning tanlov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14400"/>
            <a:ext cx="731520" cy="4572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-1-5-sentiment-metho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9418320" cy="4937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Calibri"/>
              </a:rPr>
              <a:t>1.5-rasm. Lug'at-asoslangan / klassik ML / Deep Learning / LLM — taqqoslash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Social Analytics — Diplom loyihasi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44652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Ro'zimurodov S.Q.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475720" y="274320"/>
            <a:ext cx="548640" cy="54864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3127C2"/>
                </a:solidFill>
                <a:latin typeface="Calibri"/>
              </a:rPr>
              <a:t>Tizim arxitekturasi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4-qatlamli arxitektura + DDD apps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14400"/>
            <a:ext cx="731520" cy="4572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-2-1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9418320" cy="4937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Calibri"/>
              </a:rPr>
              <a:t>2.1-rasm. Prezentatsiya / Biznes mantiq / Asinxron / Ma'lumot qatlamlari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Social Analytics — Diplom loyihasi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44652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Ro'zimurodov S.Q.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475720" y="274320"/>
            <a:ext cx="548640" cy="54864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3127C2"/>
                </a:solidFill>
                <a:latin typeface="Calibri"/>
              </a:rPr>
              <a:t>Texnologik stek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7 kategoriyadagi 30+ texnologiya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14400"/>
            <a:ext cx="731520" cy="4572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-2-3-st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9418320" cy="4937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Calibri"/>
              </a:rPr>
              <a:t>2.3-rasm. Frontend, Backend, Data, Async, ML/AI, Collectors, DevOps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Social Analytics — Diplom loyihasi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44652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Ro'zimurodov S.Q.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475720" y="274320"/>
            <a:ext cx="548640" cy="54864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3127C2"/>
                </a:solidFill>
                <a:latin typeface="Calibri"/>
              </a:rPr>
              <a:t>Ma'lumotlar bazasi sxemasi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9 ta entity, real model maydonlari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14400"/>
            <a:ext cx="731520" cy="4572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-2-4-e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9418320" cy="4937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Calibri"/>
              </a:rPr>
              <a:t>2.4-rasm. ER-diagramma — User → SocialAccount → Post → Comment zanjiri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Social Analytics — Diplom loyihasi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44652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Ro'zimurodov S.Q.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475720" y="274320"/>
            <a:ext cx="548640" cy="54864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3127C2"/>
                </a:solidFill>
                <a:latin typeface="Calibri"/>
              </a:rPr>
              <a:t>Django modullari (DDD)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Domain-Driven Design bo'yicha apps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14400"/>
            <a:ext cx="731520" cy="4572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-2-5-modu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9418320" cy="4937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Calibri"/>
              </a:rPr>
              <a:t>2.5-rasm. Har domen alohida app — accounts, social, analytics, reports, dashboard, 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Social Analytics — Diplom loyihasi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44652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Ro'zimurodov S.Q.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475720" y="274320"/>
            <a:ext cx="548640" cy="54864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3127C2"/>
                </a:solidFill>
                <a:latin typeface="Calibri"/>
              </a:rPr>
              <a:t>OAuth 2.0 + Fernet shifrlash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Tashqi platformalar bilan xavfsiz integratsiya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14400"/>
            <a:ext cx="731520" cy="4572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-2-6-oau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9418320" cy="4937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Calibri"/>
              </a:rPr>
              <a:t>2.6-rasm. Authorization Code Flow — token Fernet (AES-128) bilan shifrlanadi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Social Analytics — Diplom loyihasi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44652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Ro'zimurodov S.Q.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475720" y="274320"/>
            <a:ext cx="548640" cy="54864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3127C2"/>
                </a:solidFill>
                <a:latin typeface="Calibri"/>
              </a:rPr>
              <a:t>Sentiment tahlil oqimi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Komment matnidan yakuniy natijagacha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14400"/>
            <a:ext cx="731520" cy="4572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-1-2-sentiment-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9418320" cy="4937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Calibri"/>
              </a:rPr>
              <a:t>1.2-rasm. langdetect → VADER (EN) yoki XLM-RoBERTa (UZ/RU) → SentimentResult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Social Analytics — Diplom loyihasi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44652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Ro'zimurodov S.Q.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475720" y="274320"/>
            <a:ext cx="548640" cy="54864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3127C2"/>
                </a:solidFill>
                <a:latin typeface="Calibri"/>
              </a:rPr>
              <a:t>Ma'lumot oqimi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Real vaqt + fonda Celery sync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14400"/>
            <a:ext cx="731520" cy="4572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-2-7-data-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9418320" cy="4937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Calibri"/>
              </a:rPr>
              <a:t>2.7-rasm. Brauzer → Django → cache/DB | Celery Beat har 6 soat sync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Social Analytics — Diplom loyihasi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44652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Ro'zimurodov S.Q.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475720" y="274320"/>
            <a:ext cx="548640" cy="54864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3127C2"/>
                </a:solidFill>
                <a:latin typeface="Calibri"/>
              </a:rPr>
              <a:t>Asosiy funksionallik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Tizim nimani qila oladi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14400"/>
            <a:ext cx="731520" cy="4572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0F172A"/>
                </a:solidFill>
                <a:latin typeface="Calibri"/>
              </a:rPr>
              <a:t>•  Dashboard — KPI'lar (postlar, layklar, ko'rishlar, engagement, sentiment)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0F172A"/>
                </a:solidFill>
                <a:latin typeface="Calibri"/>
              </a:rPr>
              <a:t>•  Analytics — 30 kunlik trend, top mavzular, post turlari, post uzunligi tahlili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0F172A"/>
                </a:solidFill>
                <a:latin typeface="Calibri"/>
              </a:rPr>
              <a:t>•  Sentiment — pozitiv/neytral/negativ taqsimot, mavzu × sentiment matritsasi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0F172A"/>
                </a:solidFill>
                <a:latin typeface="Calibri"/>
              </a:rPr>
              <a:t>•  Eng yaxshi vaqt — 7×24 heatmap, top 3 vaqt slot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0F172A"/>
                </a:solidFill>
                <a:latin typeface="Calibri"/>
              </a:rPr>
              <a:t>•  AI Chat — tabiiy tilda savol-javob, AI maslahat, AI haftalik xulosa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0F172A"/>
                </a:solidFill>
                <a:latin typeface="Calibri"/>
              </a:rPr>
              <a:t>•  Solishtirish — 2-3 akkauntni yonma-yon, raqobatchilar bilan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0F172A"/>
                </a:solidFill>
                <a:latin typeface="Calibri"/>
              </a:rPr>
              <a:t>•  Hisobotlar — PDF, Excel, CSV eksport, public share havolasi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0F172A"/>
                </a:solidFill>
                <a:latin typeface="Calibri"/>
              </a:rPr>
              <a:t>•  Sozlamalar — 2FA TOTP, faollik tarixi, til o'zgartirish (uz/ru/en)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Social Analytics — Diplom loyihasi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4652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Ro'zimurodov S.Q.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475720" y="274320"/>
            <a:ext cx="548640" cy="54864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3127C2"/>
                </a:solidFill>
                <a:latin typeface="Calibri"/>
              </a:rPr>
              <a:t>Test natijalari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1665 komment tahlil qilindi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14400"/>
            <a:ext cx="731520" cy="4572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-3-7-sentiment-p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5486400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571500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3127C2"/>
                </a:solidFill>
                <a:latin typeface="Calibri"/>
              </a:rPr>
              <a:t>3.7-rasm. Sentiment taqsimot</a:t>
            </a:r>
          </a:p>
        </p:txBody>
      </p:sp>
      <p:pic>
        <p:nvPicPr>
          <p:cNvPr id="9" name="Picture 8" descr="fig-3-9-language-pi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554480"/>
            <a:ext cx="5486400" cy="4114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63640" y="571500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3127C2"/>
                </a:solidFill>
                <a:latin typeface="Calibri"/>
              </a:rPr>
              <a:t>3.9-rasm. Til bo'yicha taqsimot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Social Analytics — Diplom loyihasi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644652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Ro'zimurodov S.Q.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475720" y="274320"/>
            <a:ext cx="548640" cy="54864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3127C2"/>
                </a:solidFill>
                <a:latin typeface="Calibri"/>
              </a:rPr>
              <a:t>CI/CD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GitHub Actions → Render.com auto-deploy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14400"/>
            <a:ext cx="731520" cy="4572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-3-5-cic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9418320" cy="4937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Calibri"/>
              </a:rPr>
              <a:t>3.5-rasm. Commit → Tests → Linting → Webhook → Render build → Live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Social Analytics — Diplom loyihasi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44652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Ro'zimurodov S.Q.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475720" y="274320"/>
            <a:ext cx="548640" cy="54864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3127C2"/>
                </a:solidFill>
                <a:latin typeface="Calibri"/>
              </a:rPr>
              <a:t>Loyiha statistikasi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Raqamlarda asosiy ko'rsatkichlar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14400"/>
            <a:ext cx="731520" cy="4572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2545003" cy="18288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2545003" cy="91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783080"/>
            <a:ext cx="2545003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4400" b="1">
                <a:solidFill>
                  <a:srgbClr val="4F46E5"/>
                </a:solidFill>
                <a:latin typeface="Calibri"/>
              </a:rPr>
              <a:t>30+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97480"/>
            <a:ext cx="2545003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0">
                <a:solidFill>
                  <a:srgbClr val="0F172A"/>
                </a:solidFill>
                <a:latin typeface="Calibri"/>
              </a:rPr>
              <a:t>Sahifalar (URL)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67963" y="1554480"/>
            <a:ext cx="2545003" cy="18288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67963" y="1554480"/>
            <a:ext cx="2545003" cy="9144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67963" y="1783080"/>
            <a:ext cx="2545003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4400" b="1">
                <a:solidFill>
                  <a:srgbClr val="EC4899"/>
                </a:solidFill>
                <a:latin typeface="Calibri"/>
              </a:rPr>
              <a:t>65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67963" y="2697480"/>
            <a:ext cx="2545003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0">
                <a:solidFill>
                  <a:srgbClr val="0F172A"/>
                </a:solidFill>
                <a:latin typeface="Calibri"/>
              </a:rPr>
              <a:t>Test (pytest)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78727" y="1554480"/>
            <a:ext cx="2545003" cy="18288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78727" y="1554480"/>
            <a:ext cx="2545003" cy="9144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78727" y="1783080"/>
            <a:ext cx="2545003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4400" b="1">
                <a:solidFill>
                  <a:srgbClr val="16A34A"/>
                </a:solidFill>
                <a:latin typeface="Calibri"/>
              </a:rPr>
              <a:t>100%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78727" y="2697480"/>
            <a:ext cx="2545003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0">
                <a:solidFill>
                  <a:srgbClr val="0F172A"/>
                </a:solidFill>
                <a:latin typeface="Calibri"/>
              </a:rPr>
              <a:t>Til tarjimasi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89491" y="1554480"/>
            <a:ext cx="2545003" cy="18288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89491" y="1554480"/>
            <a:ext cx="2545003" cy="9144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89491" y="1783080"/>
            <a:ext cx="2545003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4400" b="1">
                <a:solidFill>
                  <a:srgbClr val="D97706"/>
                </a:solidFill>
                <a:latin typeface="Calibri"/>
              </a:rPr>
              <a:t>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491" y="2697480"/>
            <a:ext cx="2545003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0">
                <a:solidFill>
                  <a:srgbClr val="0F172A"/>
                </a:solidFill>
                <a:latin typeface="Calibri"/>
              </a:rPr>
              <a:t>Database entity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3657600"/>
            <a:ext cx="109728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>
                <a:solidFill>
                  <a:srgbClr val="0F172A"/>
                </a:solidFill>
                <a:latin typeface="Calibri"/>
              </a:rPr>
              <a:t>•  5 ta ijtimoiy tarmoq qo'llab-quvvatlanadi (3 tasi real OAuth: Telegram, YouTube, VK)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0F172A"/>
                </a:solidFill>
                <a:latin typeface="Calibri"/>
              </a:rPr>
              <a:t>•  260 ta post va 1665 ta komment demo rejimida tahlil qilingan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0F172A"/>
                </a:solidFill>
                <a:latin typeface="Calibri"/>
              </a:rPr>
              <a:t>•  AI fallback chain — Gemini (asosiy) + Groq (zaxira) — bepul tarif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0F172A"/>
                </a:solidFill>
                <a:latin typeface="Calibri"/>
              </a:rPr>
              <a:t>•  Mobil PWA — telefon home screenga o'rnatish mumkin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475720" y="274320"/>
            <a:ext cx="548640" cy="54864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3127C2"/>
                </a:solidFill>
                <a:latin typeface="Calibri"/>
              </a:rPr>
              <a:t>Mehnat muhofazasi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Dasturchi uchun ergonomik tavsiyalar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14400"/>
            <a:ext cx="731520" cy="4572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-4-1-workst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9418320" cy="4937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Calibri"/>
              </a:rPr>
              <a:t>4.1-rasm. Ergonomik ish joyi — 6 element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Social Analytics — Diplom loyihasi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44652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Ro'zimurodov S.Q.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475720" y="274320"/>
            <a:ext cx="548640" cy="54864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3127C2"/>
                </a:solidFill>
                <a:latin typeface="Calibri"/>
              </a:rPr>
              <a:t>20-20-20 qoidasi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Computer Vision Syndrome oldini olish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14400"/>
            <a:ext cx="731520" cy="4572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-4-4-2020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9418320" cy="4937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Calibri"/>
              </a:rPr>
              <a:t>4.4-rasm. Har 20 daqiqada 20 sekund 6 metr uzoqlikka qarash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Social Analytics — Diplom loyihasi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44652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Ro'zimurodov S.Q.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475720" y="274320"/>
            <a:ext cx="548640" cy="54864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3127C2"/>
                </a:solidFill>
                <a:latin typeface="Calibri"/>
              </a:rPr>
              <a:t>Xulosa va e'tibor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Diplom himoyasi yakunida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14400"/>
            <a:ext cx="731520" cy="4572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0F172A"/>
                </a:solidFill>
                <a:latin typeface="Calibri"/>
              </a:rPr>
              <a:t>•  Loyiha to'liq ishlab chiqildi va https://social-media-analytics-9rre.onrender.com'da live ishlamoqda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0F172A"/>
                </a:solidFill>
                <a:latin typeface="Calibri"/>
              </a:rPr>
              <a:t>•  5 ta ijtimoiy tarmoq + 3 til + AI sentiment + 2FA + PWA — yaxlit yechim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0F172A"/>
                </a:solidFill>
                <a:latin typeface="Calibri"/>
              </a:rPr>
              <a:t>•  Open-source MIT litsenziyasi — boshqa o'zbek dasturchilari foydalanishi mumkin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0F172A"/>
                </a:solidFill>
                <a:latin typeface="Calibri"/>
              </a:rPr>
              <a:t>•  Ilmiy yangilik: o'zbek tilidagi kommentlar uchun adapter; multilingual XLM-RoBERTa amaliyotda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0F172A"/>
                </a:solidFill>
                <a:latin typeface="Calibri"/>
              </a:rPr>
              <a:t>•  Soft-skills: Agile Scrum, Git, CI/CD, Docker, OAuth 2.0, Fernet shifrlash — barchasi amaliyotda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0F172A"/>
                </a:solidFill>
                <a:latin typeface="Calibri"/>
              </a:rPr>
              <a:t>•  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0F172A"/>
                </a:solidFill>
                <a:latin typeface="Calibri"/>
              </a:rPr>
              <a:t>•  Diqqat va savollaringiz uchun rahmat!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Loyiha kodi: github.com/Sardor2004777/social-media-analytics  |  Diplom hujjati: docs/diploma/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Social Analytics — Diplom loyihasi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44652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Ro'zimurodov S.Q.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